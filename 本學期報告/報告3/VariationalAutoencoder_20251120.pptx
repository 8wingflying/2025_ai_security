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2" r:id="rId2"/>
    <p:sldId id="273" r:id="rId3"/>
    <p:sldId id="372" r:id="rId4"/>
    <p:sldId id="373" r:id="rId5"/>
    <p:sldId id="371" r:id="rId6"/>
    <p:sldId id="376" r:id="rId7"/>
    <p:sldId id="374" r:id="rId8"/>
    <p:sldId id="375" r:id="rId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353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BCC87C-E94B-427B-BDE8-57E20C77FA8F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7A6092-3CE3-4A6A-A16A-7BE374F531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274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C0E56-0770-4F7A-BFB7-998D33463B47}" type="datetime1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6D72-4E0E-4822-92DE-EF70A66F4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2713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02DA0-AD30-47EB-B195-5C19D0E6B62A}" type="datetime1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6D72-4E0E-4822-92DE-EF70A66F4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804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7BD80-48ED-4F1B-B6A6-F0D5712798D6}" type="datetime1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6D72-4E0E-4822-92DE-EF70A66F4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8654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6B3B-293F-4338-8229-055E4138175A}" type="datetime1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6D72-4E0E-4822-92DE-EF70A66F4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6082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87371-512A-4390-B7C9-E3B17AAB9EB0}" type="datetime1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6D72-4E0E-4822-92DE-EF70A66F4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4241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0AD65-CF34-404B-9B94-6ACDE9F4B97A}" type="datetime1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6D72-4E0E-4822-92DE-EF70A66F4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4681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C35C1-672E-4467-A1FF-9852BDF79299}" type="datetime1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6D72-4E0E-4822-92DE-EF70A66F4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1069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22739-838B-489F-B5B3-FA79B8FFD0D1}" type="datetime1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6D72-4E0E-4822-92DE-EF70A66F4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7964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F3B56-3BAD-4F76-A72D-E4CF54CEF9AD}" type="datetime1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6D72-4E0E-4822-92DE-EF70A66F4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1027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9E6EA-1DD9-4ECB-B0AE-ECDD55DCB7B9}" type="datetime1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6D72-4E0E-4822-92DE-EF70A66F4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217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F5665-C384-440C-BFB6-51D86C626037}" type="datetime1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6D72-4E0E-4822-92DE-EF70A66F4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135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3B2AE-69AA-4419-9AD0-C82EF03EFA48}" type="datetime1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A6D72-4E0E-4822-92DE-EF70A66F4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4940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5400" dirty="0" err="1"/>
              <a:t>Variational</a:t>
            </a:r>
            <a:r>
              <a:rPr lang="en-US" altLang="zh-TW" sz="5400" dirty="0"/>
              <a:t> </a:t>
            </a:r>
            <a:r>
              <a:rPr lang="en-US" altLang="zh-TW" sz="5400" dirty="0" err="1" smtClean="0"/>
              <a:t>Autoencoder</a:t>
            </a:r>
            <a:endParaRPr lang="en-US" altLang="zh-TW" sz="5400" dirty="0" smtClean="0"/>
          </a:p>
          <a:p>
            <a:pPr algn="ctr"/>
            <a:r>
              <a:rPr lang="zh-TW" altLang="en-US" sz="5400" dirty="0"/>
              <a:t>變分自</a:t>
            </a:r>
            <a:r>
              <a:rPr lang="zh-TW" altLang="en-US" sz="5400" dirty="0" smtClean="0"/>
              <a:t>編碼器</a:t>
            </a:r>
            <a:endParaRPr lang="en-US" altLang="zh-TW" sz="5400" dirty="0" smtClean="0"/>
          </a:p>
          <a:p>
            <a:pPr algn="ctr"/>
            <a:r>
              <a:rPr lang="en-US" altLang="zh-TW" sz="3200" dirty="0" smtClean="0">
                <a:latin typeface="Algerian" panose="04020705040A02060702" pitchFamily="82" charset="0"/>
              </a:rPr>
              <a:t>Since 2013</a:t>
            </a:r>
            <a:endParaRPr lang="zh-TW" altLang="en-US" sz="32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341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97056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https://arxiv.org/abs/1312.6114</a:t>
            </a:r>
            <a:endParaRPr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687" y="1632687"/>
            <a:ext cx="7954347" cy="3964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307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AutoEncoder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500" y="2204864"/>
            <a:ext cx="6667500" cy="2095500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6D72-4E0E-4822-92DE-EF70A66F4C99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0058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Variational</a:t>
            </a:r>
            <a:r>
              <a:rPr lang="en-US" altLang="zh-TW" dirty="0"/>
              <a:t> </a:t>
            </a:r>
            <a:r>
              <a:rPr lang="en-US" altLang="zh-TW" dirty="0" err="1"/>
              <a:t>Autoencoders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125" y="2329656"/>
            <a:ext cx="7143750" cy="3067050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6D72-4E0E-4822-92DE-EF70A66F4C99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7125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Variational</a:t>
            </a:r>
            <a:r>
              <a:rPr lang="en-US" altLang="zh-TW" dirty="0"/>
              <a:t> </a:t>
            </a:r>
            <a:r>
              <a:rPr lang="en-US" altLang="zh-TW" dirty="0" err="1" smtClean="0"/>
              <a:t>Autoencoders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020304"/>
            <a:ext cx="8229600" cy="3685755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6D72-4E0E-4822-92DE-EF70A66F4C99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0433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340768"/>
            <a:ext cx="8229600" cy="3528392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6D72-4E0E-4822-92DE-EF70A66F4C99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393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Variational</a:t>
            </a:r>
            <a:r>
              <a:rPr lang="en-US" altLang="zh-TW" dirty="0"/>
              <a:t> </a:t>
            </a:r>
            <a:r>
              <a:rPr lang="en-US" altLang="zh-TW" dirty="0" err="1"/>
              <a:t>Autoencoders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552" y="1988840"/>
            <a:ext cx="8229600" cy="3443245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6D72-4E0E-4822-92DE-EF70A66F4C99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7739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32105"/>
            <a:ext cx="8229600" cy="4462153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6D72-4E0E-4822-92DE-EF70A66F4C99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3891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6225</TotalTime>
  <Words>24</Words>
  <Application>Microsoft Office PowerPoint</Application>
  <PresentationFormat>如螢幕大小 (4:3)</PresentationFormat>
  <Paragraphs>14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微軟正黑體</vt:lpstr>
      <vt:lpstr>新細明體</vt:lpstr>
      <vt:lpstr>Algerian</vt:lpstr>
      <vt:lpstr>Arial</vt:lpstr>
      <vt:lpstr>Calibri</vt:lpstr>
      <vt:lpstr>Office 佈景主題</vt:lpstr>
      <vt:lpstr>PowerPoint 簡報</vt:lpstr>
      <vt:lpstr>https://arxiv.org/abs/1312.6114</vt:lpstr>
      <vt:lpstr>AutoEncoder</vt:lpstr>
      <vt:lpstr>Variational Autoencoders</vt:lpstr>
      <vt:lpstr>Variational Autoencoders</vt:lpstr>
      <vt:lpstr>PowerPoint 簡報</vt:lpstr>
      <vt:lpstr>Variational Autoencoders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108年度委外人才培訓 專案計畫書</dc:title>
  <dc:creator>TB</dc:creator>
  <cp:lastModifiedBy>user</cp:lastModifiedBy>
  <cp:revision>93</cp:revision>
  <dcterms:created xsi:type="dcterms:W3CDTF">2019-02-25T12:54:48Z</dcterms:created>
  <dcterms:modified xsi:type="dcterms:W3CDTF">2025-11-20T01:22:07Z</dcterms:modified>
</cp:coreProperties>
</file>